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60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C6B82-561C-82A4-FED5-E280DB73E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89083F-790A-4272-23D2-B23A5FEFD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D68AD-8132-10C0-7742-4FA0CFCB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76C03-547D-749A-18F8-DB41BD3AB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02A17-8865-0A88-CCD2-8498CF90D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987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B85C-51CE-C2CE-577A-F816AAF5B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08D5B-7D96-0792-8733-0C759588A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4DA7E-9F54-8564-A18D-638C650CD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0E319-5E9D-3B5C-1F75-B2108149F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955EB-F955-8333-EE8E-5996BC9F7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7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67D03-42D1-E0C7-3972-17D4BFF8B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072122-83C6-2875-D38D-2F588AA70A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68B83-C36A-974D-C498-4DC42BC32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92035-85F1-28FF-BCF5-F5B9083F8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8177A-7F51-C2CE-B40E-67F6ABE41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891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6A8F4-D7AB-3860-1721-546D7F1B8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5F0E5-BD3C-FCD7-0824-EE4FDCA39C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4E346-73D8-51C9-FFB0-D11F2DDE2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37690C-36F6-1CBD-22E6-BBF5668E2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A7FD4-032F-142F-F500-BE3FC046E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5CE07-9553-737C-F829-45D8FB34C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306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382D2-9BC6-0555-7CD9-06AB78C6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F77923-79CC-B0BB-3C97-50F938898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477AC-CF3D-1098-C04A-8AE4F1CCF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D5C49C-8578-97DC-C3E5-59788B0F90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24141-E9A7-8C09-4A1D-1C8CE3E260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BC442F-1BF6-2E16-1649-73A24CD73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17623E-80EF-3014-9F99-1C5B625B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A3DD88-B6EA-6FF8-ED2A-4FD0E8E34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D2B69-59AF-54C3-7789-22846B82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95B073-2BB2-D5AE-ED9C-81CA51A78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BE3CC-EBE3-72BB-143B-2B0909FD5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FDDB6A-8C98-73F2-3A50-C9A834239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44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0600BB-42D8-31D2-AEE0-51CBFB954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2FDD4-3549-8DBC-244C-0B2F2898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1D28DF-7407-F746-DDA9-3914E4B55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05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93A53-7ABC-5021-D268-D10B0D46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1FF67-C3DD-C958-7036-FD7669DD3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4DC0B7-654F-CD47-482B-417F190E7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79069-40BB-EAE6-0956-612CDA3A8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480E-91CF-72FD-DA96-1E9E7FC17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62EDE-4D9C-2B9A-232F-5ECC6834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96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D6780-A2DB-D77F-D36F-75BDFA51D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07688-3CA1-1935-E739-353E669B9D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059F9-1F95-70A9-6D8E-3FA5C2617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28749A-15BB-1B13-48B0-04E425E02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CC22-8536-BC82-2D18-9372D36C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A4067-5BE8-421D-68FD-470EE59F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320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6C5EA-BCA7-8828-D72B-7F33A863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2040C-ACFF-FA81-39FE-1C8173B28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CE0BC-84B8-F4B3-75C3-57E8112D2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A1EBB-EA66-B2A7-265D-7DAC54640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7004A-EBEB-E8FE-A393-8B744DC6E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0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3FEE9A-393D-AF90-6B80-15F3363C14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353FE4-E4C9-D0AA-3D22-60ADAA73D0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FFBF6-97DD-D2D5-D575-44E2F924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619DF-001D-BDAC-5B00-314598668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53EDD-0169-665C-665C-14BB21DCF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750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DB7AFC-78EB-E5C8-60A9-5AE094448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3C53AA-1996-D75C-A70A-F406D8FAD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A3F7C-7E66-4079-7C28-E04F0D8186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0C659C-950C-4219-97A5-5FA1345B82CF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64B3B-F5D7-2332-323B-E13C259E3D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72FDC-130B-66A7-6DD4-F87851568C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9EB370-0B8C-4031-A380-9F5DE528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106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C18D-5D20-CFBF-CB06-4EC23E9E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3CB39-0D4A-8A58-E23F-26BDED2E83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35" r="845" b="1834"/>
          <a:stretch>
            <a:fillRect/>
          </a:stretch>
        </p:blipFill>
        <p:spPr bwMode="auto">
          <a:xfrm>
            <a:off x="2328672" y="224538"/>
            <a:ext cx="7149003" cy="640892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599809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38A167C-3DDF-113D-5556-4B2CDFEE24FA}"/>
              </a:ext>
            </a:extLst>
          </p:cNvPr>
          <p:cNvGrpSpPr/>
          <p:nvPr/>
        </p:nvGrpSpPr>
        <p:grpSpPr>
          <a:xfrm>
            <a:off x="2090056" y="212940"/>
            <a:ext cx="7149003" cy="6408924"/>
            <a:chOff x="2090056" y="212940"/>
            <a:chExt cx="7149003" cy="640892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02AAA98-1F81-B3CE-7C99-0B5FAD4C45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5" r="845" b="1834"/>
            <a:stretch>
              <a:fillRect/>
            </a:stretch>
          </p:blipFill>
          <p:spPr bwMode="auto">
            <a:xfrm>
              <a:off x="2090056" y="212940"/>
              <a:ext cx="7149003" cy="640892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651542A-E905-01E8-0003-5F3457935693}"/>
                </a:ext>
              </a:extLst>
            </p:cNvPr>
            <p:cNvSpPr/>
            <p:nvPr/>
          </p:nvSpPr>
          <p:spPr>
            <a:xfrm>
              <a:off x="2090056" y="388884"/>
              <a:ext cx="7149003" cy="16377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D87FE-87CC-CADD-6A58-5705A82AC402}"/>
                </a:ext>
              </a:extLst>
            </p:cNvPr>
            <p:cNvSpPr/>
            <p:nvPr/>
          </p:nvSpPr>
          <p:spPr>
            <a:xfrm>
              <a:off x="2090056" y="592852"/>
              <a:ext cx="7149003" cy="130631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AF1C283-7661-D550-7D90-AEBFBD6A7DB8}"/>
                </a:ext>
              </a:extLst>
            </p:cNvPr>
            <p:cNvSpPr/>
            <p:nvPr/>
          </p:nvSpPr>
          <p:spPr>
            <a:xfrm>
              <a:off x="2090056" y="763675"/>
              <a:ext cx="7149003" cy="3735173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A9F77-5F5B-0B23-B757-782A482124D4}"/>
                </a:ext>
              </a:extLst>
            </p:cNvPr>
            <p:cNvSpPr/>
            <p:nvPr/>
          </p:nvSpPr>
          <p:spPr>
            <a:xfrm>
              <a:off x="2090057" y="4498848"/>
              <a:ext cx="5115416" cy="212301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42058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A161-1BBD-8B4F-4152-3FEEA69F9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F00592-5251-3DB9-5152-8E27CBD5DE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8" r="1553" b="3289"/>
          <a:stretch>
            <a:fillRect/>
          </a:stretch>
        </p:blipFill>
        <p:spPr>
          <a:xfrm>
            <a:off x="2145792" y="112776"/>
            <a:ext cx="7400544" cy="66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49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CB602-9DBC-049D-2A88-9D4D42DEA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85591B07-5052-FCA9-F785-9C33A1866DA6}"/>
              </a:ext>
            </a:extLst>
          </p:cNvPr>
          <p:cNvGrpSpPr/>
          <p:nvPr/>
        </p:nvGrpSpPr>
        <p:grpSpPr>
          <a:xfrm>
            <a:off x="2090056" y="197833"/>
            <a:ext cx="7149004" cy="6462334"/>
            <a:chOff x="2090056" y="197833"/>
            <a:chExt cx="7149004" cy="646233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2C5B4CD-1527-384A-C3E1-90899D07E0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0056" y="197833"/>
              <a:ext cx="7149004" cy="640701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8D68D7D-B3BC-F6AF-1E64-1CE8C359EE15}"/>
                </a:ext>
              </a:extLst>
            </p:cNvPr>
            <p:cNvSpPr/>
            <p:nvPr/>
          </p:nvSpPr>
          <p:spPr>
            <a:xfrm>
              <a:off x="2090056" y="401076"/>
              <a:ext cx="7149003" cy="16377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878274F-1825-C044-D73E-9740DFB8BB2F}"/>
                </a:ext>
              </a:extLst>
            </p:cNvPr>
            <p:cNvSpPr/>
            <p:nvPr/>
          </p:nvSpPr>
          <p:spPr>
            <a:xfrm>
              <a:off x="2090056" y="609600"/>
              <a:ext cx="7149003" cy="20284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1F0AFD1-34A2-916F-DBD0-366395CE02BA}"/>
                </a:ext>
              </a:extLst>
            </p:cNvPr>
            <p:cNvSpPr/>
            <p:nvPr/>
          </p:nvSpPr>
          <p:spPr>
            <a:xfrm>
              <a:off x="2090056" y="836827"/>
              <a:ext cx="7149003" cy="3735173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F6320E2-52C0-4AAF-6519-0D72BEB8334C}"/>
                </a:ext>
              </a:extLst>
            </p:cNvPr>
            <p:cNvSpPr/>
            <p:nvPr/>
          </p:nvSpPr>
          <p:spPr>
            <a:xfrm>
              <a:off x="2090056" y="4572000"/>
              <a:ext cx="5322679" cy="2088167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15366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1428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Zaixing Zhou</dc:creator>
  <cp:lastModifiedBy>Zaixing Zhou</cp:lastModifiedBy>
  <cp:revision>4</cp:revision>
  <dcterms:created xsi:type="dcterms:W3CDTF">2025-03-20T20:04:30Z</dcterms:created>
  <dcterms:modified xsi:type="dcterms:W3CDTF">2026-04-29T17:26:31Z</dcterms:modified>
</cp:coreProperties>
</file>