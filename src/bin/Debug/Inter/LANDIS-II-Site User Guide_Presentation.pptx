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2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6B82-561C-82A4-FED5-E280DB73E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9083F-790A-4272-23D2-B23A5FEFD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D68AD-8132-10C0-7742-4FA0CFCB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6C03-547D-749A-18F8-DB41BD3A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2A17-8865-0A88-CCD2-8498CF90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8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B85C-51CE-C2CE-577A-F816AAF5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8D5B-7D96-0792-8733-0C759588A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4DA7E-9F54-8564-A18D-638C650C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0E319-5E9D-3B5C-1F75-B2108149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955EB-F955-8333-EE8E-5996BC9F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7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7D03-42D1-E0C7-3972-17D4BFF8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72122-83C6-2875-D38D-2F588AA70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68B83-C36A-974D-C498-4DC42BC3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2035-85F1-28FF-BCF5-F5B9083F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8177A-7F51-C2CE-B40E-67F6ABE4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A8F4-D7AB-3860-1721-546D7F1B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F0E5-BD3C-FCD7-0824-EE4FDCA39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4E346-73D8-51C9-FFB0-D11F2DDE2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7690C-36F6-1CBD-22E6-BBF5668E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A7FD4-032F-142F-F500-BE3FC046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5CE07-9553-737C-F829-45D8FB34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0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82D2-9BC6-0555-7CD9-06AB78C6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77923-79CC-B0BB-3C97-50F938898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477AC-CF3D-1098-C04A-8AE4F1CCF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5C49C-8578-97DC-C3E5-59788B0F9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24141-E9A7-8C09-4A1D-1C8CE3E26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C442F-1BF6-2E16-1649-73A24CD7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7623E-80EF-3014-9F99-1C5B62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A3DD88-B6EA-6FF8-ED2A-4FD0E8E3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2B69-59AF-54C3-7789-22846B82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5B073-2BB2-D5AE-ED9C-81CA51A7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BE3CC-EBE3-72BB-143B-2B0909FD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DDB6A-8C98-73F2-3A50-C9A83423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4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600BB-42D8-31D2-AEE0-51CBFB95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2FDD4-3549-8DBC-244C-0B2F2898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D28DF-7407-F746-DDA9-3914E4B5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0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3A53-7ABC-5021-D268-D10B0D46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FF67-C3DD-C958-7036-FD7669DD3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DC0B7-654F-CD47-482B-417F190E7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79069-40BB-EAE6-0956-612CDA3A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7480E-91CF-72FD-DA96-1E9E7FC1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62EDE-4D9C-2B9A-232F-5ECC6834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9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6780-A2DB-D77F-D36F-75BDFA51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07688-3CA1-1935-E739-353E669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059F9-1F95-70A9-6D8E-3FA5C261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8749A-15BB-1B13-48B0-04E425E0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CC22-8536-BC82-2D18-9372D36C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A4067-5BE8-421D-68FD-470EE59F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2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C5EA-BCA7-8828-D72B-7F33A863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2040C-ACFF-FA81-39FE-1C8173B28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CE0BC-84B8-F4B3-75C3-57E8112D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A1EBB-EA66-B2A7-265D-7DAC5464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7004A-EBEB-E8FE-A393-8B744DC6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FEE9A-393D-AF90-6B80-15F3363C1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53FE4-E4C9-D0AA-3D22-60ADAA73D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FFBF6-97DD-D2D5-D575-44E2F924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619DF-001D-BDAC-5B00-314598668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53EDD-0169-665C-665C-14BB21DC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5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B7AFC-78EB-E5C8-60A9-5AE09444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C53AA-1996-D75C-A70A-F406D8FA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A3F7C-7E66-4079-7C28-E04F0D818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C659C-950C-4219-97A5-5FA1345B82CF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64B3B-F5D7-2332-323B-E13C259E3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72FDC-130B-66A7-6DD4-F87851568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EB370-0B8C-4031-A380-9F5DE528B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98A4CFD-2C81-4003-CBAB-E4B1B772A7A5}"/>
              </a:ext>
            </a:extLst>
          </p:cNvPr>
          <p:cNvGrpSpPr/>
          <p:nvPr/>
        </p:nvGrpSpPr>
        <p:grpSpPr>
          <a:xfrm>
            <a:off x="2090056" y="151243"/>
            <a:ext cx="7427270" cy="6555514"/>
            <a:chOff x="2090056" y="151243"/>
            <a:chExt cx="7427270" cy="6555514"/>
          </a:xfrm>
        </p:grpSpPr>
        <p:pic>
          <p:nvPicPr>
            <p:cNvPr id="4" name="Picture 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F1001DD-8199-422C-F035-37AF9B0B5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5130" y="151243"/>
              <a:ext cx="7256449" cy="6555514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51542A-E905-01E8-0003-5F3457935693}"/>
                </a:ext>
              </a:extLst>
            </p:cNvPr>
            <p:cNvSpPr/>
            <p:nvPr/>
          </p:nvSpPr>
          <p:spPr>
            <a:xfrm>
              <a:off x="2090056" y="388884"/>
              <a:ext cx="7427270" cy="17382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D87FE-87CC-CADD-6A58-5705A82AC402}"/>
                </a:ext>
              </a:extLst>
            </p:cNvPr>
            <p:cNvSpPr/>
            <p:nvPr/>
          </p:nvSpPr>
          <p:spPr>
            <a:xfrm>
              <a:off x="2090056" y="592852"/>
              <a:ext cx="7427270" cy="150726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F1C283-7661-D550-7D90-AEBFBD6A7DB8}"/>
                </a:ext>
              </a:extLst>
            </p:cNvPr>
            <p:cNvSpPr/>
            <p:nvPr/>
          </p:nvSpPr>
          <p:spPr>
            <a:xfrm>
              <a:off x="2090056" y="763675"/>
              <a:ext cx="7427270" cy="352697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8A9F77-5F5B-0B23-B757-782A482124D4}"/>
                </a:ext>
              </a:extLst>
            </p:cNvPr>
            <p:cNvSpPr/>
            <p:nvPr/>
          </p:nvSpPr>
          <p:spPr>
            <a:xfrm>
              <a:off x="2090056" y="4330838"/>
              <a:ext cx="5476353" cy="2291026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2058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C18D-5D20-CFBF-CB06-4EC23E9E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47122A-AE90-1FDD-59F4-BC217420B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130" y="151243"/>
            <a:ext cx="7256449" cy="655551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9809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Zaixing Zhou</dc:creator>
  <cp:lastModifiedBy>Zaixing Zhou</cp:lastModifiedBy>
  <cp:revision>3</cp:revision>
  <dcterms:created xsi:type="dcterms:W3CDTF">2025-03-20T20:04:30Z</dcterms:created>
  <dcterms:modified xsi:type="dcterms:W3CDTF">2025-03-21T19:26:30Z</dcterms:modified>
</cp:coreProperties>
</file>